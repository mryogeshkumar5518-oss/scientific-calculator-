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63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2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61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2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21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91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8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28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0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1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868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430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20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24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285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127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45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E14765-1284-439C-BADA-E5A8F5737A7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308D78-3AC4-4A1A-84CA-A0AAEF635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0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0934-CC11-4182-AC11-FBE8DD4100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Scientific Calculator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A9F3E-E310-45AE-97FD-AB5C2EC35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/>
              <a:t>Python • </a:t>
            </a:r>
            <a:r>
              <a:rPr lang="en-US" sz="3600" dirty="0" err="1"/>
              <a:t>Tkinter</a:t>
            </a:r>
            <a:r>
              <a:rPr lang="en-US" sz="3600" dirty="0"/>
              <a:t> • GUI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F5DF-F665-43CE-9EC7-43DD1B28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Developer Information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F436F-FBC6-4153-8C02-97662071B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Name: Yogesh Kumar</a:t>
            </a:r>
          </a:p>
          <a:p>
            <a:r>
              <a:rPr lang="en-US" sz="4000" dirty="0"/>
              <a:t>Organization: </a:t>
            </a:r>
            <a:r>
              <a:rPr lang="en-US" sz="4000" dirty="0" err="1"/>
              <a:t>NextHikes</a:t>
            </a:r>
            <a:r>
              <a:rPr lang="en-US" sz="4000" dirty="0"/>
              <a:t> IT Solutions</a:t>
            </a:r>
          </a:p>
          <a:p>
            <a:r>
              <a:rPr lang="en-US" sz="4000" dirty="0"/>
              <a:t>Department: Data Science &amp; Artificial Intelligence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4063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5788-5406-43F5-9D12-D85C0245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9A37-989B-4B0B-8261-D3A4B3BBA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/>
              <a:t>This project is a fully functional GUI-based Scientific Calculator.</a:t>
            </a:r>
          </a:p>
          <a:p>
            <a:r>
              <a:rPr lang="en-US" sz="3000" dirty="0"/>
              <a:t>It supports both Standard and Scientific modes with advanced mathematical features.</a:t>
            </a:r>
          </a:p>
          <a:p>
            <a:r>
              <a:rPr lang="en-US" sz="3000" dirty="0"/>
              <a:t>Developed using Python </a:t>
            </a:r>
            <a:r>
              <a:rPr lang="en-US" sz="3000" dirty="0" err="1"/>
              <a:t>Tkinter</a:t>
            </a:r>
            <a:r>
              <a:rPr lang="en-US" sz="3000" dirty="0"/>
              <a:t> library.</a:t>
            </a:r>
          </a:p>
          <a:p>
            <a:r>
              <a:rPr lang="en-US" sz="3000" dirty="0"/>
              <a:t>Supports Standard and Scientific modes.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78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C2A5-6D33-4EBA-BDF5-1F8A53A3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30804"/>
            <a:ext cx="9601196" cy="1303867"/>
          </a:xfrm>
        </p:spPr>
        <p:txBody>
          <a:bodyPr>
            <a:normAutofit/>
          </a:bodyPr>
          <a:lstStyle/>
          <a:p>
            <a:r>
              <a:rPr lang="en-US" sz="6000" b="1" dirty="0"/>
              <a:t>Application 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79D2F8-8A93-425D-9F7E-6A35431A5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495" y="1734671"/>
            <a:ext cx="9695330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4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C132-3885-434F-A233-CF8F5420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sz="6700" b="1" dirty="0"/>
              <a:t>Key Features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08D7-2987-4E63-B909-731187FB4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User-friendly GUI</a:t>
            </a:r>
          </a:p>
          <a:p>
            <a:r>
              <a:rPr lang="en-US" sz="3000" dirty="0"/>
              <a:t>Standard arithmetic operations</a:t>
            </a:r>
          </a:p>
          <a:p>
            <a:r>
              <a:rPr lang="en-US" sz="3000" dirty="0"/>
              <a:t>Scientific functions (sin, cos, tan, log, sqrt, pi, tau)</a:t>
            </a:r>
          </a:p>
          <a:p>
            <a:r>
              <a:rPr lang="en-US" sz="3000" dirty="0"/>
              <a:t>Error handling &amp; clean UI</a:t>
            </a:r>
          </a:p>
          <a:p>
            <a:r>
              <a:rPr lang="en-US" sz="3000" dirty="0"/>
              <a:t>Error handling (division by zero)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3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2205-FF3F-47C7-8616-072491C5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Code Structure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B6622-6EC7-4E45-B480-CD8EB44D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/>
              <a:t>Import libraries: </a:t>
            </a:r>
            <a:r>
              <a:rPr lang="en-US" sz="3000" dirty="0" err="1"/>
              <a:t>Tkinter</a:t>
            </a:r>
            <a:r>
              <a:rPr lang="en-US" sz="3000" dirty="0"/>
              <a:t>, Math</a:t>
            </a:r>
          </a:p>
          <a:p>
            <a:r>
              <a:rPr lang="en-US" sz="3000" dirty="0"/>
              <a:t>Initialize main window</a:t>
            </a:r>
          </a:p>
          <a:p>
            <a:r>
              <a:rPr lang="en-US" sz="3000" dirty="0"/>
              <a:t>Create frames for layout</a:t>
            </a:r>
          </a:p>
          <a:p>
            <a:r>
              <a:rPr lang="en-US" sz="3000" dirty="0"/>
              <a:t>Setup display entry box</a:t>
            </a:r>
          </a:p>
          <a:p>
            <a:r>
              <a:rPr lang="en-US" sz="3000" dirty="0"/>
              <a:t>Define main Frame and Calculator Frame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9745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3629-9F79-4DFD-8884-FD7D86BE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/>
              <a:t>Code Structure (Part 2)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97B2-9492-4ABE-BCD4-5BB295559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Calc Class handles all mathematics</a:t>
            </a:r>
          </a:p>
          <a:p>
            <a:r>
              <a:rPr lang="en-US" sz="3000" dirty="0"/>
              <a:t>Tracks: total, current, operator, input status</a:t>
            </a:r>
          </a:p>
          <a:p>
            <a:r>
              <a:rPr lang="en-US" sz="3000" dirty="0"/>
              <a:t>Functions for add, subtract, multiply, divide</a:t>
            </a:r>
          </a:p>
          <a:p>
            <a:r>
              <a:rPr lang="en-US" sz="3000" dirty="0"/>
              <a:t>Handles exceptions like divide by zero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713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38D0-739E-4BA2-B47D-200FADA5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Scientific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91E8-DB65-474C-9E27-9C44F0D12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Trigonometric: sin, cos, tan</a:t>
            </a:r>
          </a:p>
          <a:p>
            <a:r>
              <a:rPr lang="en-US" sz="3000" dirty="0"/>
              <a:t>Inverse Trigonometric: </a:t>
            </a:r>
            <a:r>
              <a:rPr lang="en-US" sz="3000" dirty="0" err="1"/>
              <a:t>asin</a:t>
            </a:r>
            <a:r>
              <a:rPr lang="en-US" sz="3000" dirty="0"/>
              <a:t>, </a:t>
            </a:r>
            <a:r>
              <a:rPr lang="en-US" sz="3000" dirty="0" err="1"/>
              <a:t>acos</a:t>
            </a:r>
            <a:r>
              <a:rPr lang="en-US" sz="3000" dirty="0"/>
              <a:t>, </a:t>
            </a:r>
            <a:r>
              <a:rPr lang="en-US" sz="3000" dirty="0" err="1"/>
              <a:t>atan</a:t>
            </a:r>
            <a:endParaRPr lang="en-US" sz="3000" dirty="0"/>
          </a:p>
          <a:p>
            <a:r>
              <a:rPr lang="en-US" sz="3000" dirty="0"/>
              <a:t>Logarithmic: log, log2, log10</a:t>
            </a:r>
          </a:p>
          <a:p>
            <a:r>
              <a:rPr lang="en-US" sz="3000" dirty="0"/>
              <a:t>Constants: pi, tau, e</a:t>
            </a:r>
          </a:p>
          <a:p>
            <a:r>
              <a:rPr lang="en-US" sz="3000" dirty="0"/>
              <a:t>Hyperbolic: </a:t>
            </a:r>
            <a:r>
              <a:rPr lang="en-US" sz="3000" dirty="0" err="1"/>
              <a:t>sinh</a:t>
            </a:r>
            <a:r>
              <a:rPr lang="en-US" sz="3000" dirty="0"/>
              <a:t>, </a:t>
            </a:r>
            <a:r>
              <a:rPr lang="en-US" sz="3000" dirty="0" err="1"/>
              <a:t>cosh</a:t>
            </a:r>
            <a:r>
              <a:rPr lang="en-US" sz="3000" dirty="0"/>
              <a:t>, tanh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0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89C8-3E98-4717-BAD1-CB76987E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Working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3C48-78A3-40F3-BA53-C47ADA10B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28700" lvl="1" indent="-571500">
              <a:buFont typeface="+mj-lt"/>
              <a:buAutoNum type="romanUcPeriod"/>
            </a:pPr>
            <a:r>
              <a:rPr lang="en-US" sz="2600" dirty="0"/>
              <a:t>User clicks a button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2600" dirty="0"/>
              <a:t>Input processed through Calc class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2600" dirty="0"/>
              <a:t>Operation verified and executed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2600" dirty="0"/>
              <a:t>Result displayed in output screen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16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16E8-B4C7-46A5-88F6-CE7C0BF8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Advantages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EB64-FC30-40D9-BCDD-31EC2149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000" dirty="0"/>
              <a:t>Easy-to-use interface</a:t>
            </a:r>
          </a:p>
          <a:p>
            <a:r>
              <a:rPr lang="en-US" sz="3000" dirty="0"/>
              <a:t>Covers scientific and standard functionalities</a:t>
            </a:r>
          </a:p>
          <a:p>
            <a:r>
              <a:rPr lang="en-US" sz="3000" dirty="0"/>
              <a:t>Built with Python, highly customizable</a:t>
            </a:r>
          </a:p>
          <a:p>
            <a:r>
              <a:rPr lang="en-US" sz="3000" dirty="0"/>
              <a:t>Lightweight application</a:t>
            </a:r>
          </a:p>
          <a:p>
            <a:r>
              <a:rPr lang="en-US" sz="3000" dirty="0"/>
              <a:t>Start → Button Press → Check Input Type →</a:t>
            </a:r>
          </a:p>
          <a:p>
            <a:r>
              <a:rPr lang="en-US" sz="3000" dirty="0"/>
              <a:t>Process Number / Operation → Update Display → Show Output → 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2929-38DD-4B57-9878-274553D2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7D10-948A-4865-90A0-E5E32C57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This Scientific Calculator demonstrates GUI development in Python.</a:t>
            </a:r>
          </a:p>
          <a:p>
            <a:r>
              <a:rPr lang="en-US" sz="4000" dirty="0"/>
              <a:t>It combines OOP, </a:t>
            </a:r>
            <a:r>
              <a:rPr lang="en-US" sz="4000" dirty="0" err="1"/>
              <a:t>Tkinter</a:t>
            </a:r>
            <a:r>
              <a:rPr lang="en-US" sz="4000" dirty="0"/>
              <a:t>, and math functions into one powerful tool.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93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</TotalTime>
  <Words>294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Scientific Calculator Project</vt:lpstr>
      <vt:lpstr>Developer Information </vt:lpstr>
      <vt:lpstr>Introduction </vt:lpstr>
      <vt:lpstr>Application Output</vt:lpstr>
      <vt:lpstr>Key Features </vt:lpstr>
      <vt:lpstr>Code Structure (Part 1)</vt:lpstr>
      <vt:lpstr>Code Structure (Part 2) </vt:lpstr>
      <vt:lpstr>Scientific Functions </vt:lpstr>
      <vt:lpstr>Working Mechanism </vt:lpstr>
      <vt:lpstr>Advantages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Calculator Project</dc:title>
  <dc:creator>yogesh kumar</dc:creator>
  <cp:lastModifiedBy>yogesh kumar</cp:lastModifiedBy>
  <cp:revision>4</cp:revision>
  <dcterms:created xsi:type="dcterms:W3CDTF">2025-11-26T09:40:33Z</dcterms:created>
  <dcterms:modified xsi:type="dcterms:W3CDTF">2025-11-26T10:14:46Z</dcterms:modified>
</cp:coreProperties>
</file>